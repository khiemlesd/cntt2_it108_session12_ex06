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226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1 phút. Giới thiệu tên dự án và lĩnh vực.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3 phút. Nêu vấn đề của người mua và người bán nhà đất.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3 phút. Giải pháp là sàn đấu giá trực tuyến, giá hình thành công khai.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3 phút. Đi qua từng bước, nhấn vào đặt cọc để loại người không nghiêm túc.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4 phút. Số liệu lấy từ sheet Tổng hợp của file Excel Smart-Home, dữ liệu mẫu tạo ngẫu nhiên.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4 phút. Nêu rõ mục đích sử dụng vốn và các mốc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Khoảng 2 phút, sau đó dành thời gian hỏi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1E8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nhà đất trực tuyến</a:t>
            </a:r>
            <a:endParaRPr lang="en-US" sz="3000" dirty="0"/>
          </a:p>
        </p:txBody>
      </p:sp>
      <p:sp>
        <p:nvSpPr>
          <p:cNvPr id="4" name="Roof"/>
          <p:cNvSpPr/>
          <p:nvPr/>
        </p:nvSpPr>
        <p:spPr>
          <a:xfrm>
            <a:off x="6309360" y="1371600"/>
            <a:ext cx="2194560" cy="1188720"/>
          </a:xfrm>
          <a:prstGeom prst="triangle">
            <a:avLst/>
          </a:prstGeom>
          <a:solidFill>
            <a:srgbClr val="1E8E4A"/>
          </a:solidFill>
          <a:ln w="12700">
            <a:solidFill>
              <a:srgbClr val="1E8E4A"/>
            </a:solidFill>
            <a:prstDash val="solid"/>
          </a:ln>
        </p:spPr>
      </p:sp>
      <p:sp>
        <p:nvSpPr>
          <p:cNvPr id="5" name="House body"/>
          <p:cNvSpPr/>
          <p:nvPr/>
        </p:nvSpPr>
        <p:spPr>
          <a:xfrm>
            <a:off x="6583680" y="2560320"/>
            <a:ext cx="1645920" cy="1371600"/>
          </a:xfrm>
          <a:prstGeom prst="rect">
            <a:avLst/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nhà thiếu minh bạch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B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không công khai, thương lượng kéo dài</a:t>
            </a:r>
            <a:endParaRPr lang="en-US" sz="3000" dirty="0"/>
          </a:p>
        </p:txBody>
      </p:sp>
      <p:sp>
        <p:nvSpPr>
          <p:cNvPr id="5" name="Problem circle"/>
          <p:cNvSpPr/>
          <p:nvPr/>
        </p:nvSpPr>
        <p:spPr>
          <a:xfrm>
            <a:off x="6309360" y="1371600"/>
            <a:ext cx="2103120" cy="2103120"/>
          </a:xfrm>
          <a:prstGeom prst="ellipse">
            <a:avLst/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3716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E8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Đấu giá công khai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B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bước giá hiện ngay cho tất cả người tham gia</a:t>
            </a:r>
            <a:endParaRPr lang="en-US" sz="3000" dirty="0"/>
          </a:p>
        </p:txBody>
      </p:sp>
      <p:sp>
        <p:nvSpPr>
          <p:cNvPr id="5" name="Bid bar 1"/>
          <p:cNvSpPr/>
          <p:nvPr/>
        </p:nvSpPr>
        <p:spPr>
          <a:xfrm>
            <a:off x="6309360" y="2834640"/>
            <a:ext cx="548640" cy="822960"/>
          </a:xfrm>
          <a:prstGeom prst="rect">
            <a:avLst/>
          </a:prstGeom>
          <a:solidFill>
            <a:srgbClr val="9AD0B0"/>
          </a:solidFill>
          <a:ln w="12700">
            <a:solidFill>
              <a:srgbClr val="9AD0B0"/>
            </a:solidFill>
            <a:prstDash val="solid"/>
          </a:ln>
        </p:spPr>
      </p:sp>
      <p:sp>
        <p:nvSpPr>
          <p:cNvPr id="6" name="Bid bar 2"/>
          <p:cNvSpPr/>
          <p:nvPr/>
        </p:nvSpPr>
        <p:spPr>
          <a:xfrm>
            <a:off x="7040880" y="2286000"/>
            <a:ext cx="548640" cy="1371600"/>
          </a:xfrm>
          <a:prstGeom prst="rect">
            <a:avLst/>
          </a:prstGeom>
          <a:solidFill>
            <a:srgbClr val="9AD0B0"/>
          </a:solidFill>
          <a:ln w="12700">
            <a:solidFill>
              <a:srgbClr val="9AD0B0"/>
            </a:solidFill>
            <a:prstDash val="solid"/>
          </a:ln>
        </p:spPr>
      </p:sp>
      <p:sp>
        <p:nvSpPr>
          <p:cNvPr id="7" name="Bid bar 3"/>
          <p:cNvSpPr/>
          <p:nvPr/>
        </p:nvSpPr>
        <p:spPr>
          <a:xfrm>
            <a:off x="7772400" y="1645920"/>
            <a:ext cx="548640" cy="2011680"/>
          </a:xfrm>
          <a:prstGeom prst="rect">
            <a:avLst/>
          </a:prstGeom>
          <a:solidFill>
            <a:srgbClr val="1E8E4A"/>
          </a:solidFill>
          <a:ln w="12700">
            <a:solidFill>
              <a:srgbClr val="1E8E4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 đến giá chốt</a:t>
            </a:r>
            <a:endParaRPr lang="en-US" sz="4000" dirty="0"/>
          </a:p>
        </p:txBody>
      </p:sp>
      <p:sp>
        <p:nvSpPr>
          <p:cNvPr id="3" name="Step 1"/>
          <p:cNvSpPr/>
          <p:nvPr/>
        </p:nvSpPr>
        <p:spPr>
          <a:xfrm>
            <a:off x="64008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</a:t>
            </a:r>
            <a:endParaRPr lang="en-US" sz="3000" dirty="0"/>
          </a:p>
        </p:txBody>
      </p:sp>
      <p:sp>
        <p:nvSpPr>
          <p:cNvPr id="5" name="Arrow 1"/>
          <p:cNvSpPr/>
          <p:nvPr/>
        </p:nvSpPr>
        <p:spPr>
          <a:xfrm>
            <a:off x="2386584" y="2971800"/>
            <a:ext cx="256032" cy="0"/>
          </a:xfrm>
          <a:prstGeom prst="line">
            <a:avLst/>
          </a:prstGeom>
          <a:noFill/>
          <a:ln w="31750">
            <a:solidFill>
              <a:srgbClr val="1E8E4A"/>
            </a:solidFill>
            <a:prstDash val="solid"/>
            <a:tailEnd type="triangle"/>
          </a:ln>
        </p:spPr>
      </p:sp>
      <p:sp>
        <p:nvSpPr>
          <p:cNvPr id="6" name="Step 2"/>
          <p:cNvSpPr/>
          <p:nvPr/>
        </p:nvSpPr>
        <p:spPr>
          <a:xfrm>
            <a:off x="269748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cọc</a:t>
            </a:r>
            <a:endParaRPr lang="en-US" sz="3000" dirty="0"/>
          </a:p>
        </p:txBody>
      </p:sp>
      <p:sp>
        <p:nvSpPr>
          <p:cNvPr id="8" name="Arrow 2"/>
          <p:cNvSpPr/>
          <p:nvPr/>
        </p:nvSpPr>
        <p:spPr>
          <a:xfrm>
            <a:off x="4443984" y="2971800"/>
            <a:ext cx="256032" cy="0"/>
          </a:xfrm>
          <a:prstGeom prst="line">
            <a:avLst/>
          </a:prstGeom>
          <a:noFill/>
          <a:ln w="31750">
            <a:solidFill>
              <a:srgbClr val="1E8E4A"/>
            </a:solidFill>
            <a:prstDash val="solid"/>
            <a:tailEnd type="triangle"/>
          </a:ln>
        </p:spPr>
      </p:sp>
      <p:sp>
        <p:nvSpPr>
          <p:cNvPr id="9" name="Step 3"/>
          <p:cNvSpPr/>
          <p:nvPr/>
        </p:nvSpPr>
        <p:spPr>
          <a:xfrm>
            <a:off x="475488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giá</a:t>
            </a:r>
            <a:endParaRPr lang="en-US" sz="3000" dirty="0"/>
          </a:p>
        </p:txBody>
      </p:sp>
      <p:sp>
        <p:nvSpPr>
          <p:cNvPr id="11" name="Arrow 3"/>
          <p:cNvSpPr/>
          <p:nvPr/>
        </p:nvSpPr>
        <p:spPr>
          <a:xfrm>
            <a:off x="6501384" y="2971800"/>
            <a:ext cx="256032" cy="0"/>
          </a:xfrm>
          <a:prstGeom prst="line">
            <a:avLst/>
          </a:prstGeom>
          <a:noFill/>
          <a:ln w="31750">
            <a:solidFill>
              <a:srgbClr val="1E8E4A"/>
            </a:solidFill>
            <a:prstDash val="solid"/>
            <a:tailEnd type="triangle"/>
          </a:ln>
        </p:spPr>
      </p:sp>
      <p:sp>
        <p:nvSpPr>
          <p:cNvPr id="12" name="Step 4"/>
          <p:cNvSpPr/>
          <p:nvPr/>
        </p:nvSpPr>
        <p:spPr>
          <a:xfrm>
            <a:off x="6812280" y="237744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1E8E4A"/>
          </a:solidFill>
          <a:ln w="12700">
            <a:solidFill>
              <a:srgbClr val="1E8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23774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giá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hoa hồng khi chốt giá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E8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3,57 tỷ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B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trên 30 tin đăng mẫu, tỷ lệ từ 1,5% đến 2,0%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Chúng tôi cần vốn hạt giống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B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hoàn thiện sản phẩm và mở phiên đấu giá đầu tiên</a:t>
            </a:r>
            <a:endParaRPr lang="en-US" sz="3000" dirty="0"/>
          </a:p>
        </p:txBody>
      </p:sp>
      <p:sp>
        <p:nvSpPr>
          <p:cNvPr id="5" name="Ask circle"/>
          <p:cNvSpPr/>
          <p:nvPr/>
        </p:nvSpPr>
        <p:spPr>
          <a:xfrm>
            <a:off x="6309360" y="1371600"/>
            <a:ext cx="2103120" cy="2103120"/>
          </a:xfrm>
          <a:prstGeom prst="ellipse">
            <a:avLst/>
          </a:prstGeom>
          <a:solidFill>
            <a:srgbClr val="1E8E4A"/>
          </a:solidFill>
          <a:ln w="12700">
            <a:solidFill>
              <a:srgbClr val="1E8E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3716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23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quý nhà đầu tư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8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Smart-Home: giá minh bạch, giao dịch an tâm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Trình chiếu Trên màn hình (16:9)</PresentationFormat>
  <Paragraphs>34</Paragraphs>
  <Slides>7</Slides>
  <Notes>7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Smart-Home: pitch deck gọi vốn</dc:title>
  <dc:subject>PptxGenJS Presentation</dc:subject>
  <dc:creator>PptxGenJS</dc:creator>
  <cp:lastModifiedBy>Khiêm Lê</cp:lastModifiedBy>
  <cp:revision>1</cp:revision>
  <dcterms:created xsi:type="dcterms:W3CDTF">2026-10-27T00:32:31Z</dcterms:created>
  <dcterms:modified xsi:type="dcterms:W3CDTF">2026-10-27T00:34:03Z</dcterms:modified>
</cp:coreProperties>
</file>