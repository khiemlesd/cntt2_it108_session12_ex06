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DỰ ÁN KHỞI NGHIỆP SMART-HOME | PITCH DECK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Smart-Home: Kiến tạo không gian sống và hệ sinh thái bất động sản thông minh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728655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 rIns="4572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Pitch Deck — 20 Phút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Nền tảng kết nối đấu giá nhà đất trực tuyến minh bạch, tiện nghi, an toàn và tiết kiệm đầu tiên.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Smart-Home Pitch Deck — Rule 10/20/30 &amp; White Space Optimization  |  Slide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SLIDE 1: VẤN ĐỀ THỊ TRƯỜNG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Thị trường bất động sản gặp rào cản lớn về minh bạch giá và chi phí môi giới cao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728655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 rIns="4572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Chậm trễ 45 ngày / Giao dịch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Người mua thiếu thông tin thẩm định thực tế, giao dịch thủ công mất trung bình 45 ngày để hoàn tất.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Smart-Home Pitch Deck — Rule 10/20/30 &amp; White Space Optimization  |  Slide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SLIDE 2: GIẢI PHÁP ĐỘT PHÁ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Đấu giá trực tuyến thời gian thực kết nối tự động hóa tính toán chiết khấu minh bạch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728655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 rIns="4572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Tối ưu 90% thời gian giao dịch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Smart-Home tự động hóa 100% quy trình tính hoa hồng môi giới via VLOOKUP &amp; công nghệ đấu giá Real-time.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Smart-Home Pitch Deck — Rule 10/20/30 &amp; White Space Optimization  |  Slide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SLIDE 3: MÔ HÌNH KINH DOANH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Thu phí niêm yết đấu giá và trích phần trăm hoa hồng giao dịch thành công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728655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 rIns="4572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35% Biên lợi nhuận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Mô hình doanh thu đa kênh bền vững với biên lợi nhuận mục tiêu đạt 35% trong năm thứ hai.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Smart-Home Pitch Deck — Rule 10/20/30 &amp; White Space Optimization  |  Slide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SLIDE 4: KẾ HOẠCH GỌI VỐN</a:t>
            </a:r>
          </a:p>
          <a:p>
            <a:pPr>
              <a:spcBef>
                <a:spcPts val="800"/>
              </a:spcBef>
              <a:defRPr sz="2400" b="1">
                <a:solidFill>
                  <a:srgbClr val="F8FAFC"/>
                </a:solidFill>
              </a:defRPr>
            </a:pPr>
            <a:r>
              <a:t>Huy động $500,000 cho 15% cổ phần để mở rộng thị trường và nâng cấp công nghệ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10728655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457200" rIns="45720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Mục tiêu gọi vốn $500,000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Tập trung 50% vốn cho phát triển sản phẩm công nghệ, 30% Marketing mở rộng quy mô và 20% vận hành.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</a:defRPr>
            </a:pPr>
            <a:r>
              <a:t>Smart-Home Pitch Deck — Rule 10/20/30 &amp; White Space Optimization  |  Slide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